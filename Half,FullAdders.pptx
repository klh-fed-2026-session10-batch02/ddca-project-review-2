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357E2-611B-5BA9-DFF8-7E8A231C297E}" v="153" dt="2026-10-14T07:42:11.803"/>
    <p1510:client id="{86D758C9-0C5C-63B6-54D0-13D244DDEB78}" v="107" dt="2026-10-14T15:30:33.205"/>
    <p1510:client id="{BB400ED0-9D16-D032-8F90-CBC525E396D3}" v="46" dt="2026-10-14T16:56:24.772"/>
    <p1510:client id="{F74D2DC5-D207-18EA-3460-C1728EBE61B6}" v="100" dt="2026-10-14T13:50:52.018"/>
    <p1510:client id="{F7E70826-A448-F44E-390B-18AA11C32D7C}" v="46" dt="2026-10-14T12:48:53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 Meghana" userId="c6f4dd3e1fcba322" providerId="Windows Live" clId="Web-{03A357E2-611B-5BA9-DFF8-7E8A231C297E}"/>
    <pc:docChg chg="addSld modSld">
      <pc:chgData name="G Meghana" userId="c6f4dd3e1fcba322" providerId="Windows Live" clId="Web-{03A357E2-611B-5BA9-DFF8-7E8A231C297E}" dt="2026-10-14T07:42:11.803" v="150"/>
      <pc:docMkLst>
        <pc:docMk/>
      </pc:docMkLst>
      <pc:sldChg chg="addSp modSp">
        <pc:chgData name="G Meghana" userId="c6f4dd3e1fcba322" providerId="Windows Live" clId="Web-{03A357E2-611B-5BA9-DFF8-7E8A231C297E}" dt="2026-10-14T05:47:33.851" v="3"/>
        <pc:sldMkLst>
          <pc:docMk/>
          <pc:sldMk cId="109857222" sldId="256"/>
        </pc:sldMkLst>
        <pc:spChg chg="mod">
          <ac:chgData name="G Meghana" userId="c6f4dd3e1fcba322" providerId="Windows Live" clId="Web-{03A357E2-611B-5BA9-DFF8-7E8A231C297E}" dt="2026-10-14T05:46:40.302" v="2" actId="20577"/>
          <ac:spMkLst>
            <pc:docMk/>
            <pc:sldMk cId="109857222" sldId="256"/>
            <ac:spMk id="2" creationId="{00000000-0000-0000-0000-000000000000}"/>
          </ac:spMkLst>
        </pc:spChg>
        <pc:spChg chg="add">
          <ac:chgData name="G Meghana" userId="c6f4dd3e1fcba322" providerId="Windows Live" clId="Web-{03A357E2-611B-5BA9-DFF8-7E8A231C297E}" dt="2026-10-14T05:46:23.474" v="0"/>
          <ac:spMkLst>
            <pc:docMk/>
            <pc:sldMk cId="109857222" sldId="256"/>
            <ac:spMk id="4" creationId="{88EF9128-070C-2CB0-D1F7-B47E2FFF9924}"/>
          </ac:spMkLst>
        </pc:spChg>
        <pc:picChg chg="add mod">
          <ac:chgData name="G Meghana" userId="c6f4dd3e1fcba322" providerId="Windows Live" clId="Web-{03A357E2-611B-5BA9-DFF8-7E8A231C297E}" dt="2026-10-14T05:47:33.851" v="3"/>
          <ac:picMkLst>
            <pc:docMk/>
            <pc:sldMk cId="109857222" sldId="256"/>
            <ac:picMk id="5" creationId="{49D2123D-B80F-62C1-71A1-36364FACA625}"/>
          </ac:picMkLst>
        </pc:picChg>
      </pc:sldChg>
      <pc:sldChg chg="addSp delSp modSp new">
        <pc:chgData name="G Meghana" userId="c6f4dd3e1fcba322" providerId="Windows Live" clId="Web-{03A357E2-611B-5BA9-DFF8-7E8A231C297E}" dt="2026-10-14T05:52:45.583" v="25" actId="14100"/>
        <pc:sldMkLst>
          <pc:docMk/>
          <pc:sldMk cId="2067394821" sldId="257"/>
        </pc:sldMkLst>
        <pc:spChg chg="mod">
          <ac:chgData name="G Meghana" userId="c6f4dd3e1fcba322" providerId="Windows Live" clId="Web-{03A357E2-611B-5BA9-DFF8-7E8A231C297E}" dt="2026-10-14T05:49:01.027" v="18" actId="20577"/>
          <ac:spMkLst>
            <pc:docMk/>
            <pc:sldMk cId="2067394821" sldId="257"/>
            <ac:spMk id="2" creationId="{10DBA18A-ED6F-E8C0-0B0D-429D68DAA94A}"/>
          </ac:spMkLst>
        </pc:spChg>
        <pc:spChg chg="del">
          <ac:chgData name="G Meghana" userId="c6f4dd3e1fcba322" providerId="Windows Live" clId="Web-{03A357E2-611B-5BA9-DFF8-7E8A231C297E}" dt="2026-10-14T05:52:14.550" v="19"/>
          <ac:spMkLst>
            <pc:docMk/>
            <pc:sldMk cId="2067394821" sldId="257"/>
            <ac:spMk id="3" creationId="{A4F1B304-2D72-7205-9FD4-CC00D96C09CC}"/>
          </ac:spMkLst>
        </pc:spChg>
        <pc:picChg chg="add mod ord">
          <ac:chgData name="G Meghana" userId="c6f4dd3e1fcba322" providerId="Windows Live" clId="Web-{03A357E2-611B-5BA9-DFF8-7E8A231C297E}" dt="2026-10-14T05:52:45.583" v="25" actId="14100"/>
          <ac:picMkLst>
            <pc:docMk/>
            <pc:sldMk cId="2067394821" sldId="257"/>
            <ac:picMk id="4" creationId="{2EDFA940-86B5-ADE7-6DD5-23D5961064F8}"/>
          </ac:picMkLst>
        </pc:picChg>
      </pc:sldChg>
      <pc:sldChg chg="addSp delSp modSp new">
        <pc:chgData name="G Meghana" userId="c6f4dd3e1fcba322" providerId="Windows Live" clId="Web-{03A357E2-611B-5BA9-DFF8-7E8A231C297E}" dt="2026-10-14T05:56:17.622" v="64" actId="14100"/>
        <pc:sldMkLst>
          <pc:docMk/>
          <pc:sldMk cId="1508315058" sldId="258"/>
        </pc:sldMkLst>
        <pc:spChg chg="mod">
          <ac:chgData name="G Meghana" userId="c6f4dd3e1fcba322" providerId="Windows Live" clId="Web-{03A357E2-611B-5BA9-DFF8-7E8A231C297E}" dt="2026-10-14T05:55:10.698" v="58" actId="20577"/>
          <ac:spMkLst>
            <pc:docMk/>
            <pc:sldMk cId="1508315058" sldId="258"/>
            <ac:spMk id="2" creationId="{50DAEE0A-E0D7-9D28-7412-3E346A29749C}"/>
          </ac:spMkLst>
        </pc:spChg>
        <pc:spChg chg="del">
          <ac:chgData name="G Meghana" userId="c6f4dd3e1fcba322" providerId="Windows Live" clId="Web-{03A357E2-611B-5BA9-DFF8-7E8A231C297E}" dt="2026-10-14T05:55:50.918" v="59"/>
          <ac:spMkLst>
            <pc:docMk/>
            <pc:sldMk cId="1508315058" sldId="258"/>
            <ac:spMk id="3" creationId="{3A7E70DD-87B8-EADA-2360-587FDCF527B5}"/>
          </ac:spMkLst>
        </pc:spChg>
        <pc:picChg chg="add mod ord">
          <ac:chgData name="G Meghana" userId="c6f4dd3e1fcba322" providerId="Windows Live" clId="Web-{03A357E2-611B-5BA9-DFF8-7E8A231C297E}" dt="2026-10-14T05:56:17.622" v="64" actId="14100"/>
          <ac:picMkLst>
            <pc:docMk/>
            <pc:sldMk cId="1508315058" sldId="258"/>
            <ac:picMk id="4" creationId="{81D2BF6E-208B-4FD5-52B2-9F62026334C5}"/>
          </ac:picMkLst>
        </pc:picChg>
      </pc:sldChg>
      <pc:sldChg chg="addSp delSp modSp new">
        <pc:chgData name="G Meghana" userId="c6f4dd3e1fcba322" providerId="Windows Live" clId="Web-{03A357E2-611B-5BA9-DFF8-7E8A231C297E}" dt="2026-10-14T05:58:41.643" v="87" actId="14100"/>
        <pc:sldMkLst>
          <pc:docMk/>
          <pc:sldMk cId="3528621445" sldId="259"/>
        </pc:sldMkLst>
        <pc:spChg chg="mod">
          <ac:chgData name="G Meghana" userId="c6f4dd3e1fcba322" providerId="Windows Live" clId="Web-{03A357E2-611B-5BA9-DFF8-7E8A231C297E}" dt="2026-10-14T05:58:22.361" v="83" actId="20577"/>
          <ac:spMkLst>
            <pc:docMk/>
            <pc:sldMk cId="3528621445" sldId="259"/>
            <ac:spMk id="2" creationId="{B30B5A14-56A6-B31A-62C7-4ED4AB32F15B}"/>
          </ac:spMkLst>
        </pc:spChg>
        <pc:spChg chg="del">
          <ac:chgData name="G Meghana" userId="c6f4dd3e1fcba322" providerId="Windows Live" clId="Web-{03A357E2-611B-5BA9-DFF8-7E8A231C297E}" dt="2026-10-14T05:58:05.330" v="70"/>
          <ac:spMkLst>
            <pc:docMk/>
            <pc:sldMk cId="3528621445" sldId="259"/>
            <ac:spMk id="3" creationId="{3A0D124C-9F05-46E0-AD1C-3B43668230F2}"/>
          </ac:spMkLst>
        </pc:spChg>
        <pc:picChg chg="add mod ord">
          <ac:chgData name="G Meghana" userId="c6f4dd3e1fcba322" providerId="Windows Live" clId="Web-{03A357E2-611B-5BA9-DFF8-7E8A231C297E}" dt="2026-10-14T05:58:41.643" v="87" actId="14100"/>
          <ac:picMkLst>
            <pc:docMk/>
            <pc:sldMk cId="3528621445" sldId="259"/>
            <ac:picMk id="4" creationId="{47654044-763C-1F18-D9C7-BF8C1C350D60}"/>
          </ac:picMkLst>
        </pc:picChg>
      </pc:sldChg>
      <pc:sldChg chg="addSp delSp modSp new">
        <pc:chgData name="G Meghana" userId="c6f4dd3e1fcba322" providerId="Windows Live" clId="Web-{03A357E2-611B-5BA9-DFF8-7E8A231C297E}" dt="2026-10-14T06:11:24.502" v="111" actId="20577"/>
        <pc:sldMkLst>
          <pc:docMk/>
          <pc:sldMk cId="3116494335" sldId="260"/>
        </pc:sldMkLst>
        <pc:spChg chg="mod">
          <ac:chgData name="G Meghana" userId="c6f4dd3e1fcba322" providerId="Windows Live" clId="Web-{03A357E2-611B-5BA9-DFF8-7E8A231C297E}" dt="2026-10-14T06:11:24.502" v="111" actId="20577"/>
          <ac:spMkLst>
            <pc:docMk/>
            <pc:sldMk cId="3116494335" sldId="260"/>
            <ac:spMk id="2" creationId="{2494D5D0-3FFB-CE85-7AC3-048C1FD791FB}"/>
          </ac:spMkLst>
        </pc:spChg>
        <pc:spChg chg="del">
          <ac:chgData name="G Meghana" userId="c6f4dd3e1fcba322" providerId="Windows Live" clId="Web-{03A357E2-611B-5BA9-DFF8-7E8A231C297E}" dt="2026-10-14T06:10:47.891" v="89"/>
          <ac:spMkLst>
            <pc:docMk/>
            <pc:sldMk cId="3116494335" sldId="260"/>
            <ac:spMk id="3" creationId="{4822F701-A2FF-C2C8-BEC0-54B90EB1633B}"/>
          </ac:spMkLst>
        </pc:spChg>
        <pc:picChg chg="add mod ord">
          <ac:chgData name="G Meghana" userId="c6f4dd3e1fcba322" providerId="Windows Live" clId="Web-{03A357E2-611B-5BA9-DFF8-7E8A231C297E}" dt="2026-10-14T06:11:07.470" v="93" actId="14100"/>
          <ac:picMkLst>
            <pc:docMk/>
            <pc:sldMk cId="3116494335" sldId="260"/>
            <ac:picMk id="4" creationId="{12AA9127-2E7B-1FC7-0C78-673BD89A718F}"/>
          </ac:picMkLst>
        </pc:picChg>
      </pc:sldChg>
      <pc:sldChg chg="addSp delSp modSp new">
        <pc:chgData name="G Meghana" userId="c6f4dd3e1fcba322" providerId="Windows Live" clId="Web-{03A357E2-611B-5BA9-DFF8-7E8A231C297E}" dt="2026-10-14T06:47:20.964" v="133" actId="14100"/>
        <pc:sldMkLst>
          <pc:docMk/>
          <pc:sldMk cId="2597345096" sldId="261"/>
        </pc:sldMkLst>
        <pc:spChg chg="mod">
          <ac:chgData name="G Meghana" userId="c6f4dd3e1fcba322" providerId="Windows Live" clId="Web-{03A357E2-611B-5BA9-DFF8-7E8A231C297E}" dt="2026-10-14T06:11:42.768" v="128" actId="20577"/>
          <ac:spMkLst>
            <pc:docMk/>
            <pc:sldMk cId="2597345096" sldId="261"/>
            <ac:spMk id="2" creationId="{8FB1D7D5-E9C8-34B6-49A7-5685D5FEF773}"/>
          </ac:spMkLst>
        </pc:spChg>
        <pc:spChg chg="del">
          <ac:chgData name="G Meghana" userId="c6f4dd3e1fcba322" providerId="Windows Live" clId="Web-{03A357E2-611B-5BA9-DFF8-7E8A231C297E}" dt="2026-10-14T06:47:04.370" v="129"/>
          <ac:spMkLst>
            <pc:docMk/>
            <pc:sldMk cId="2597345096" sldId="261"/>
            <ac:spMk id="3" creationId="{9DAE155D-A81F-C80C-B540-5489B94392F4}"/>
          </ac:spMkLst>
        </pc:spChg>
        <pc:picChg chg="add mod ord">
          <ac:chgData name="G Meghana" userId="c6f4dd3e1fcba322" providerId="Windows Live" clId="Web-{03A357E2-611B-5BA9-DFF8-7E8A231C297E}" dt="2026-10-14T06:47:20.964" v="133" actId="14100"/>
          <ac:picMkLst>
            <pc:docMk/>
            <pc:sldMk cId="2597345096" sldId="261"/>
            <ac:picMk id="4" creationId="{176312A0-567A-B407-1A45-4718863FFEB5}"/>
          </ac:picMkLst>
        </pc:picChg>
      </pc:sldChg>
      <pc:sldChg chg="addSp delSp modSp new">
        <pc:chgData name="G Meghana" userId="c6f4dd3e1fcba322" providerId="Windows Live" clId="Web-{03A357E2-611B-5BA9-DFF8-7E8A231C297E}" dt="2026-10-14T07:42:09.444" v="149" actId="14100"/>
        <pc:sldMkLst>
          <pc:docMk/>
          <pc:sldMk cId="2468929310" sldId="262"/>
        </pc:sldMkLst>
        <pc:spChg chg="mod">
          <ac:chgData name="G Meghana" userId="c6f4dd3e1fcba322" providerId="Windows Live" clId="Web-{03A357E2-611B-5BA9-DFF8-7E8A231C297E}" dt="2026-10-14T07:41:51.130" v="145" actId="20577"/>
          <ac:spMkLst>
            <pc:docMk/>
            <pc:sldMk cId="2468929310" sldId="262"/>
            <ac:spMk id="2" creationId="{A4C75553-EA51-8BD9-BBD4-04F4BEABA9CD}"/>
          </ac:spMkLst>
        </pc:spChg>
        <pc:spChg chg="del">
          <ac:chgData name="G Meghana" userId="c6f4dd3e1fcba322" providerId="Windows Live" clId="Web-{03A357E2-611B-5BA9-DFF8-7E8A231C297E}" dt="2026-10-14T07:41:33.708" v="135"/>
          <ac:spMkLst>
            <pc:docMk/>
            <pc:sldMk cId="2468929310" sldId="262"/>
            <ac:spMk id="3" creationId="{0DB0FF56-BC4D-EEB4-C461-4C1A51C6CD61}"/>
          </ac:spMkLst>
        </pc:spChg>
        <pc:picChg chg="add mod ord">
          <ac:chgData name="G Meghana" userId="c6f4dd3e1fcba322" providerId="Windows Live" clId="Web-{03A357E2-611B-5BA9-DFF8-7E8A231C297E}" dt="2026-10-14T07:42:09.444" v="149" actId="14100"/>
          <ac:picMkLst>
            <pc:docMk/>
            <pc:sldMk cId="2468929310" sldId="262"/>
            <ac:picMk id="4" creationId="{A4E85CE1-7DBE-2ED4-849B-59D7A31B2382}"/>
          </ac:picMkLst>
        </pc:picChg>
      </pc:sldChg>
      <pc:sldChg chg="new">
        <pc:chgData name="G Meghana" userId="c6f4dd3e1fcba322" providerId="Windows Live" clId="Web-{03A357E2-611B-5BA9-DFF8-7E8A231C297E}" dt="2026-10-14T07:42:11.803" v="150"/>
        <pc:sldMkLst>
          <pc:docMk/>
          <pc:sldMk cId="1158045223" sldId="263"/>
        </pc:sldMkLst>
      </pc:sldChg>
    </pc:docChg>
  </pc:docChgLst>
  <pc:docChgLst>
    <pc:chgData name="G Meghana" userId="c6f4dd3e1fcba322" providerId="Windows Live" clId="Web-{F7E70826-A448-F44E-390B-18AA11C32D7C}"/>
    <pc:docChg chg="addSld modSld">
      <pc:chgData name="G Meghana" userId="c6f4dd3e1fcba322" providerId="Windows Live" clId="Web-{F7E70826-A448-F44E-390B-18AA11C32D7C}" dt="2026-10-14T12:48:53.752" v="45" actId="20577"/>
      <pc:docMkLst>
        <pc:docMk/>
      </pc:docMkLst>
      <pc:sldChg chg="modSp">
        <pc:chgData name="G Meghana" userId="c6f4dd3e1fcba322" providerId="Windows Live" clId="Web-{F7E70826-A448-F44E-390B-18AA11C32D7C}" dt="2026-10-14T12:48:53.752" v="45" actId="20577"/>
        <pc:sldMkLst>
          <pc:docMk/>
          <pc:sldMk cId="1158045223" sldId="263"/>
        </pc:sldMkLst>
        <pc:spChg chg="mod">
          <ac:chgData name="G Meghana" userId="c6f4dd3e1fcba322" providerId="Windows Live" clId="Web-{F7E70826-A448-F44E-390B-18AA11C32D7C}" dt="2026-10-14T12:48:53.752" v="45" actId="20577"/>
          <ac:spMkLst>
            <pc:docMk/>
            <pc:sldMk cId="1158045223" sldId="263"/>
            <ac:spMk id="2" creationId="{9956AAD7-8823-2DB8-28AE-BDD3071E18AC}"/>
          </ac:spMkLst>
        </pc:spChg>
      </pc:sldChg>
      <pc:sldChg chg="addSp delSp modSp new">
        <pc:chgData name="G Meghana" userId="c6f4dd3e1fcba322" providerId="Windows Live" clId="Web-{F7E70826-A448-F44E-390B-18AA11C32D7C}" dt="2026-10-14T12:48:37.736" v="17" actId="14100"/>
        <pc:sldMkLst>
          <pc:docMk/>
          <pc:sldMk cId="2288440697" sldId="264"/>
        </pc:sldMkLst>
        <pc:spChg chg="mod">
          <ac:chgData name="G Meghana" userId="c6f4dd3e1fcba322" providerId="Windows Live" clId="Web-{F7E70826-A448-F44E-390B-18AA11C32D7C}" dt="2026-10-14T12:48:14.172" v="13" actId="20577"/>
          <ac:spMkLst>
            <pc:docMk/>
            <pc:sldMk cId="2288440697" sldId="264"/>
            <ac:spMk id="2" creationId="{32A724D7-BBA2-12A5-8747-9587A1808EDD}"/>
          </ac:spMkLst>
        </pc:spChg>
        <pc:spChg chg="del">
          <ac:chgData name="G Meghana" userId="c6f4dd3e1fcba322" providerId="Windows Live" clId="Web-{F7E70826-A448-F44E-390B-18AA11C32D7C}" dt="2026-10-14T12:47:47.047" v="1"/>
          <ac:spMkLst>
            <pc:docMk/>
            <pc:sldMk cId="2288440697" sldId="264"/>
            <ac:spMk id="3" creationId="{9CB4E108-6BC5-E5BC-6321-4BEB3037C245}"/>
          </ac:spMkLst>
        </pc:spChg>
        <pc:picChg chg="add mod ord">
          <ac:chgData name="G Meghana" userId="c6f4dd3e1fcba322" providerId="Windows Live" clId="Web-{F7E70826-A448-F44E-390B-18AA11C32D7C}" dt="2026-10-14T12:48:37.736" v="17" actId="14100"/>
          <ac:picMkLst>
            <pc:docMk/>
            <pc:sldMk cId="2288440697" sldId="264"/>
            <ac:picMk id="4" creationId="{6E85488D-903D-6C7A-FC0C-046C8B322E64}"/>
          </ac:picMkLst>
        </pc:picChg>
      </pc:sldChg>
    </pc:docChg>
  </pc:docChgLst>
  <pc:docChgLst>
    <pc:chgData name="G Meghana" userId="c6f4dd3e1fcba322" providerId="Windows Live" clId="Web-{BB400ED0-9D16-D032-8F90-CBC525E396D3}"/>
    <pc:docChg chg="addSld modSld">
      <pc:chgData name="G Meghana" userId="c6f4dd3e1fcba322" providerId="Windows Live" clId="Web-{BB400ED0-9D16-D032-8F90-CBC525E396D3}" dt="2026-10-14T16:56:33.366" v="46"/>
      <pc:docMkLst>
        <pc:docMk/>
      </pc:docMkLst>
      <pc:sldChg chg="addSp delSp modSp new mod setBg">
        <pc:chgData name="G Meghana" userId="c6f4dd3e1fcba322" providerId="Windows Live" clId="Web-{BB400ED0-9D16-D032-8F90-CBC525E396D3}" dt="2026-10-14T16:56:33.366" v="46"/>
        <pc:sldMkLst>
          <pc:docMk/>
          <pc:sldMk cId="573004365" sldId="267"/>
        </pc:sldMkLst>
        <pc:spChg chg="mod">
          <ac:chgData name="G Meghana" userId="c6f4dd3e1fcba322" providerId="Windows Live" clId="Web-{BB400ED0-9D16-D032-8F90-CBC525E396D3}" dt="2026-10-14T16:56:33.366" v="46"/>
          <ac:spMkLst>
            <pc:docMk/>
            <pc:sldMk cId="573004365" sldId="267"/>
            <ac:spMk id="2" creationId="{B83F9D5E-2545-C4EA-40EC-02D74C466863}"/>
          </ac:spMkLst>
        </pc:spChg>
        <pc:spChg chg="del">
          <ac:chgData name="G Meghana" userId="c6f4dd3e1fcba322" providerId="Windows Live" clId="Web-{BB400ED0-9D16-D032-8F90-CBC525E396D3}" dt="2026-10-14T16:55:31.052" v="38"/>
          <ac:spMkLst>
            <pc:docMk/>
            <pc:sldMk cId="573004365" sldId="267"/>
            <ac:spMk id="3" creationId="{DB0E5951-A873-0023-3194-DA2EF3B6EBF4}"/>
          </ac:spMkLst>
        </pc:spChg>
        <pc:spChg chg="add">
          <ac:chgData name="G Meghana" userId="c6f4dd3e1fcba322" providerId="Windows Live" clId="Web-{BB400ED0-9D16-D032-8F90-CBC525E396D3}" dt="2026-10-14T16:56:33.366" v="46"/>
          <ac:spMkLst>
            <pc:docMk/>
            <pc:sldMk cId="573004365" sldId="267"/>
            <ac:spMk id="9" creationId="{A8384FB5-9ADC-4DDC-881B-597D56F5B15D}"/>
          </ac:spMkLst>
        </pc:spChg>
        <pc:spChg chg="add">
          <ac:chgData name="G Meghana" userId="c6f4dd3e1fcba322" providerId="Windows Live" clId="Web-{BB400ED0-9D16-D032-8F90-CBC525E396D3}" dt="2026-10-14T16:56:33.366" v="46"/>
          <ac:spMkLst>
            <pc:docMk/>
            <pc:sldMk cId="573004365" sldId="267"/>
            <ac:spMk id="11" creationId="{91E5A9A7-95C6-4F4F-B00E-C82E07FE62EF}"/>
          </ac:spMkLst>
        </pc:spChg>
        <pc:spChg chg="add">
          <ac:chgData name="G Meghana" userId="c6f4dd3e1fcba322" providerId="Windows Live" clId="Web-{BB400ED0-9D16-D032-8F90-CBC525E396D3}" dt="2026-10-14T16:56:33.366" v="46"/>
          <ac:spMkLst>
            <pc:docMk/>
            <pc:sldMk cId="573004365" sldId="267"/>
            <ac:spMk id="13" creationId="{D07DD2DE-F619-49DD-B5E7-03A290FF4ED1}"/>
          </ac:spMkLst>
        </pc:spChg>
        <pc:spChg chg="add">
          <ac:chgData name="G Meghana" userId="c6f4dd3e1fcba322" providerId="Windows Live" clId="Web-{BB400ED0-9D16-D032-8F90-CBC525E396D3}" dt="2026-10-14T16:56:33.366" v="46"/>
          <ac:spMkLst>
            <pc:docMk/>
            <pc:sldMk cId="573004365" sldId="267"/>
            <ac:spMk id="15" creationId="{85149191-5F60-4A28-AAFF-039F96B0F3EC}"/>
          </ac:spMkLst>
        </pc:spChg>
        <pc:spChg chg="add">
          <ac:chgData name="G Meghana" userId="c6f4dd3e1fcba322" providerId="Windows Live" clId="Web-{BB400ED0-9D16-D032-8F90-CBC525E396D3}" dt="2026-10-14T16:56:33.366" v="46"/>
          <ac:spMkLst>
            <pc:docMk/>
            <pc:sldMk cId="573004365" sldId="267"/>
            <ac:spMk id="17" creationId="{F8260ED5-17F7-4158-B241-D51DD4CF1B7E}"/>
          </ac:spMkLst>
        </pc:spChg>
        <pc:picChg chg="add mod ord">
          <ac:chgData name="G Meghana" userId="c6f4dd3e1fcba322" providerId="Windows Live" clId="Web-{BB400ED0-9D16-D032-8F90-CBC525E396D3}" dt="2026-10-14T16:56:33.366" v="46"/>
          <ac:picMkLst>
            <pc:docMk/>
            <pc:sldMk cId="573004365" sldId="267"/>
            <ac:picMk id="4" creationId="{ACF5DF6A-C447-B8ED-D7B1-7236CC25FF26}"/>
          </ac:picMkLst>
        </pc:picChg>
      </pc:sldChg>
    </pc:docChg>
  </pc:docChgLst>
  <pc:docChgLst>
    <pc:chgData name="G Meghana" userId="c6f4dd3e1fcba322" providerId="Windows Live" clId="Web-{86D758C9-0C5C-63B6-54D0-13D244DDEB78}"/>
    <pc:docChg chg="addSld delSld modSld">
      <pc:chgData name="G Meghana" userId="c6f4dd3e1fcba322" providerId="Windows Live" clId="Web-{86D758C9-0C5C-63B6-54D0-13D244DDEB78}" dt="2026-10-14T15:30:37.643" v="124"/>
      <pc:docMkLst>
        <pc:docMk/>
      </pc:docMkLst>
      <pc:sldChg chg="addSp delSp modSp mod setBg">
        <pc:chgData name="G Meghana" userId="c6f4dd3e1fcba322" providerId="Windows Live" clId="Web-{86D758C9-0C5C-63B6-54D0-13D244DDEB78}" dt="2026-10-14T15:20:13.900" v="82" actId="14100"/>
        <pc:sldMkLst>
          <pc:docMk/>
          <pc:sldMk cId="109857222" sldId="256"/>
        </pc:sldMkLst>
        <pc:spChg chg="mod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3" creationId="{00000000-0000-0000-0000-000000000000}"/>
          </ac:spMkLst>
        </pc:spChg>
        <pc:spChg chg="ord">
          <ac:chgData name="G Meghana" userId="c6f4dd3e1fcba322" providerId="Windows Live" clId="Web-{86D758C9-0C5C-63B6-54D0-13D244DDEB78}" dt="2026-10-14T15:17:35.160" v="3"/>
          <ac:spMkLst>
            <pc:docMk/>
            <pc:sldMk cId="109857222" sldId="256"/>
            <ac:spMk id="4" creationId="{88EF9128-070C-2CB0-D1F7-B47E2FFF9924}"/>
          </ac:spMkLst>
        </pc:spChg>
        <pc:spChg chg="add del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10" creationId="{BA79A7CF-01AF-4178-9369-94E0C90EB046}"/>
          </ac:spMkLst>
        </pc:spChg>
        <pc:spChg chg="add del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12" creationId="{99413ED5-9ED4-4772-BCE4-2BCAE6B12E35}"/>
          </ac:spMkLst>
        </pc:spChg>
        <pc:spChg chg="add del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14" creationId="{04357C93-F0CB-4A1C-8F77-4E9063789819}"/>
          </ac:spMkLst>
        </pc:spChg>
        <pc:spChg chg="add del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16" creationId="{90F533E9-6690-41A8-A372-4C6C622D028D}"/>
          </ac:spMkLst>
        </pc:spChg>
        <pc:spChg chg="add del">
          <ac:chgData name="G Meghana" userId="c6f4dd3e1fcba322" providerId="Windows Live" clId="Web-{86D758C9-0C5C-63B6-54D0-13D244DDEB78}" dt="2026-10-14T15:19:57.712" v="78"/>
          <ac:spMkLst>
            <pc:docMk/>
            <pc:sldMk cId="109857222" sldId="256"/>
            <ac:spMk id="21" creationId="{0B9EE3F3-89B7-43C3-8651-C4C96830993D}"/>
          </ac:spMkLst>
        </pc:spChg>
        <pc:spChg chg="add del">
          <ac:chgData name="G Meghana" userId="c6f4dd3e1fcba322" providerId="Windows Live" clId="Web-{86D758C9-0C5C-63B6-54D0-13D244DDEB78}" dt="2026-10-14T15:19:57.712" v="78"/>
          <ac:spMkLst>
            <pc:docMk/>
            <pc:sldMk cId="109857222" sldId="256"/>
            <ac:spMk id="23" creationId="{33AE4636-AEEC-45D6-84D4-7AC2DA48ECF8}"/>
          </ac:spMkLst>
        </pc:spChg>
        <pc:spChg chg="add del">
          <ac:chgData name="G Meghana" userId="c6f4dd3e1fcba322" providerId="Windows Live" clId="Web-{86D758C9-0C5C-63B6-54D0-13D244DDEB78}" dt="2026-10-14T15:19:57.712" v="78"/>
          <ac:spMkLst>
            <pc:docMk/>
            <pc:sldMk cId="109857222" sldId="256"/>
            <ac:spMk id="25" creationId="{8D9CE0F4-2EB2-4F1F-8AAC-DB3571D9FE10}"/>
          </ac:spMkLst>
        </pc:spChg>
        <pc:spChg chg="add del">
          <ac:chgData name="G Meghana" userId="c6f4dd3e1fcba322" providerId="Windows Live" clId="Web-{86D758C9-0C5C-63B6-54D0-13D244DDEB78}" dt="2026-10-14T15:20:02.931" v="80"/>
          <ac:spMkLst>
            <pc:docMk/>
            <pc:sldMk cId="109857222" sldId="256"/>
            <ac:spMk id="27" creationId="{B34F5AD2-EDBD-4BBD-A55C-EAFFD0C7097A}"/>
          </ac:spMkLst>
        </pc:spChg>
        <pc:spChg chg="add del">
          <ac:chgData name="G Meghana" userId="c6f4dd3e1fcba322" providerId="Windows Live" clId="Web-{86D758C9-0C5C-63B6-54D0-13D244DDEB78}" dt="2026-10-14T15:20:02.931" v="80"/>
          <ac:spMkLst>
            <pc:docMk/>
            <pc:sldMk cId="109857222" sldId="256"/>
            <ac:spMk id="28" creationId="{C3896A03-3945-419A-B66B-4EE266EDD152}"/>
          </ac:spMkLst>
        </pc:spChg>
        <pc:spChg chg="add del">
          <ac:chgData name="G Meghana" userId="c6f4dd3e1fcba322" providerId="Windows Live" clId="Web-{86D758C9-0C5C-63B6-54D0-13D244DDEB78}" dt="2026-10-14T15:20:02.931" v="80"/>
          <ac:spMkLst>
            <pc:docMk/>
            <pc:sldMk cId="109857222" sldId="256"/>
            <ac:spMk id="29" creationId="{450D3AD2-FA80-415F-A9CE-54D884561CD7}"/>
          </ac:spMkLst>
        </pc:spChg>
        <pc:spChg chg="add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31" creationId="{B1595A09-E336-4D1B-9B3A-06A2287A54E2}"/>
          </ac:spMkLst>
        </pc:spChg>
        <pc:spChg chg="add">
          <ac:chgData name="G Meghana" userId="c6f4dd3e1fcba322" providerId="Windows Live" clId="Web-{86D758C9-0C5C-63B6-54D0-13D244DDEB78}" dt="2026-10-14T15:20:02.931" v="81"/>
          <ac:spMkLst>
            <pc:docMk/>
            <pc:sldMk cId="109857222" sldId="256"/>
            <ac:spMk id="32" creationId="{3540989C-C7B8-473B-BF87-6F2DA6A90006}"/>
          </ac:spMkLst>
        </pc:spChg>
        <pc:picChg chg="mod">
          <ac:chgData name="G Meghana" userId="c6f4dd3e1fcba322" providerId="Windows Live" clId="Web-{86D758C9-0C5C-63B6-54D0-13D244DDEB78}" dt="2026-10-14T15:20:13.900" v="82" actId="14100"/>
          <ac:picMkLst>
            <pc:docMk/>
            <pc:sldMk cId="109857222" sldId="256"/>
            <ac:picMk id="5" creationId="{49D2123D-B80F-62C1-71A1-36364FACA625}"/>
          </ac:picMkLst>
        </pc:picChg>
      </pc:sldChg>
      <pc:sldChg chg="addSp modSp mod setBg">
        <pc:chgData name="G Meghana" userId="c6f4dd3e1fcba322" providerId="Windows Live" clId="Web-{86D758C9-0C5C-63B6-54D0-13D244DDEB78}" dt="2026-10-14T15:20:28.557" v="83"/>
        <pc:sldMkLst>
          <pc:docMk/>
          <pc:sldMk cId="2067394821" sldId="257"/>
        </pc:sldMkLst>
        <pc:spChg chg="mod">
          <ac:chgData name="G Meghana" userId="c6f4dd3e1fcba322" providerId="Windows Live" clId="Web-{86D758C9-0C5C-63B6-54D0-13D244DDEB78}" dt="2026-10-14T15:20:28.557" v="83"/>
          <ac:spMkLst>
            <pc:docMk/>
            <pc:sldMk cId="2067394821" sldId="257"/>
            <ac:spMk id="2" creationId="{10DBA18A-ED6F-E8C0-0B0D-429D68DAA94A}"/>
          </ac:spMkLst>
        </pc:spChg>
        <pc:spChg chg="add">
          <ac:chgData name="G Meghana" userId="c6f4dd3e1fcba322" providerId="Windows Live" clId="Web-{86D758C9-0C5C-63B6-54D0-13D244DDEB78}" dt="2026-10-14T15:20:28.557" v="83"/>
          <ac:spMkLst>
            <pc:docMk/>
            <pc:sldMk cId="2067394821" sldId="257"/>
            <ac:spMk id="9" creationId="{D4771268-CB57-404A-9271-370EB28F6090}"/>
          </ac:spMkLst>
        </pc:spChg>
        <pc:picChg chg="mod">
          <ac:chgData name="G Meghana" userId="c6f4dd3e1fcba322" providerId="Windows Live" clId="Web-{86D758C9-0C5C-63B6-54D0-13D244DDEB78}" dt="2026-10-14T15:20:28.557" v="83"/>
          <ac:picMkLst>
            <pc:docMk/>
            <pc:sldMk cId="2067394821" sldId="257"/>
            <ac:picMk id="4" creationId="{2EDFA940-86B5-ADE7-6DD5-23D5961064F8}"/>
          </ac:picMkLst>
        </pc:picChg>
      </pc:sldChg>
      <pc:sldChg chg="addSp delSp modSp mod setBg">
        <pc:chgData name="G Meghana" userId="c6f4dd3e1fcba322" providerId="Windows Live" clId="Web-{86D758C9-0C5C-63B6-54D0-13D244DDEB78}" dt="2026-10-14T15:21:43.763" v="92" actId="14100"/>
        <pc:sldMkLst>
          <pc:docMk/>
          <pc:sldMk cId="1508315058" sldId="258"/>
        </pc:sldMkLst>
        <pc:spChg chg="mod">
          <ac:chgData name="G Meghana" userId="c6f4dd3e1fcba322" providerId="Windows Live" clId="Web-{86D758C9-0C5C-63B6-54D0-13D244DDEB78}" dt="2026-10-14T15:20:56.308" v="86"/>
          <ac:spMkLst>
            <pc:docMk/>
            <pc:sldMk cId="1508315058" sldId="258"/>
            <ac:spMk id="2" creationId="{50DAEE0A-E0D7-9D28-7412-3E346A29749C}"/>
          </ac:spMkLst>
        </pc:spChg>
        <pc:spChg chg="add del">
          <ac:chgData name="G Meghana" userId="c6f4dd3e1fcba322" providerId="Windows Live" clId="Web-{86D758C9-0C5C-63B6-54D0-13D244DDEB78}" dt="2026-10-14T15:20:56.308" v="85"/>
          <ac:spMkLst>
            <pc:docMk/>
            <pc:sldMk cId="1508315058" sldId="258"/>
            <ac:spMk id="9" creationId="{6AA24DE7-C336-4994-8C52-D9B3F3D0FA4D}"/>
          </ac:spMkLst>
        </pc:spChg>
        <pc:spChg chg="add">
          <ac:chgData name="G Meghana" userId="c6f4dd3e1fcba322" providerId="Windows Live" clId="Web-{86D758C9-0C5C-63B6-54D0-13D244DDEB78}" dt="2026-10-14T15:20:56.308" v="86"/>
          <ac:spMkLst>
            <pc:docMk/>
            <pc:sldMk cId="1508315058" sldId="258"/>
            <ac:spMk id="11" creationId="{A4AC5506-6312-4701-8D3C-40187889A947}"/>
          </ac:spMkLst>
        </pc:spChg>
        <pc:picChg chg="mod">
          <ac:chgData name="G Meghana" userId="c6f4dd3e1fcba322" providerId="Windows Live" clId="Web-{86D758C9-0C5C-63B6-54D0-13D244DDEB78}" dt="2026-10-14T15:21:43.763" v="92" actId="14100"/>
          <ac:picMkLst>
            <pc:docMk/>
            <pc:sldMk cId="1508315058" sldId="258"/>
            <ac:picMk id="4" creationId="{81D2BF6E-208B-4FD5-52B2-9F62026334C5}"/>
          </ac:picMkLst>
        </pc:picChg>
      </pc:sldChg>
      <pc:sldChg chg="addSp delSp modSp mod setBg">
        <pc:chgData name="G Meghana" userId="c6f4dd3e1fcba322" providerId="Windows Live" clId="Web-{86D758C9-0C5C-63B6-54D0-13D244DDEB78}" dt="2026-10-14T15:22:29.796" v="96" actId="14100"/>
        <pc:sldMkLst>
          <pc:docMk/>
          <pc:sldMk cId="3528621445" sldId="259"/>
        </pc:sldMkLst>
        <pc:spChg chg="mod">
          <ac:chgData name="G Meghana" userId="c6f4dd3e1fcba322" providerId="Windows Live" clId="Web-{86D758C9-0C5C-63B6-54D0-13D244DDEB78}" dt="2026-10-14T15:22:02.545" v="93"/>
          <ac:spMkLst>
            <pc:docMk/>
            <pc:sldMk cId="3528621445" sldId="259"/>
            <ac:spMk id="2" creationId="{B30B5A14-56A6-B31A-62C7-4ED4AB32F15B}"/>
          </ac:spMkLst>
        </pc:spChg>
        <pc:spChg chg="add del">
          <ac:chgData name="G Meghana" userId="c6f4dd3e1fcba322" providerId="Windows Live" clId="Web-{86D758C9-0C5C-63B6-54D0-13D244DDEB78}" dt="2026-10-14T15:22:07.967" v="94"/>
          <ac:spMkLst>
            <pc:docMk/>
            <pc:sldMk cId="3528621445" sldId="259"/>
            <ac:spMk id="8" creationId="{8D3B893C-AFA6-3829-10DE-80A5E241BB81}"/>
          </ac:spMkLst>
        </pc:spChg>
        <pc:spChg chg="add">
          <ac:chgData name="G Meghana" userId="c6f4dd3e1fcba322" providerId="Windows Live" clId="Web-{86D758C9-0C5C-63B6-54D0-13D244DDEB78}" dt="2026-10-14T15:22:02.545" v="93"/>
          <ac:spMkLst>
            <pc:docMk/>
            <pc:sldMk cId="3528621445" sldId="259"/>
            <ac:spMk id="11" creationId="{C3896A03-3945-419A-B66B-4EE266EDD152}"/>
          </ac:spMkLst>
        </pc:spChg>
        <pc:spChg chg="add">
          <ac:chgData name="G Meghana" userId="c6f4dd3e1fcba322" providerId="Windows Live" clId="Web-{86D758C9-0C5C-63B6-54D0-13D244DDEB78}" dt="2026-10-14T15:22:02.545" v="93"/>
          <ac:spMkLst>
            <pc:docMk/>
            <pc:sldMk cId="3528621445" sldId="259"/>
            <ac:spMk id="13" creationId="{B34F5AD2-EDBD-4BBD-A55C-EAFFD0C7097A}"/>
          </ac:spMkLst>
        </pc:spChg>
        <pc:spChg chg="add">
          <ac:chgData name="G Meghana" userId="c6f4dd3e1fcba322" providerId="Windows Live" clId="Web-{86D758C9-0C5C-63B6-54D0-13D244DDEB78}" dt="2026-10-14T15:22:02.545" v="93"/>
          <ac:spMkLst>
            <pc:docMk/>
            <pc:sldMk cId="3528621445" sldId="259"/>
            <ac:spMk id="15" creationId="{450D3AD2-FA80-415F-A9CE-54D884561CD7}"/>
          </ac:spMkLst>
        </pc:spChg>
        <pc:picChg chg="mod">
          <ac:chgData name="G Meghana" userId="c6f4dd3e1fcba322" providerId="Windows Live" clId="Web-{86D758C9-0C5C-63B6-54D0-13D244DDEB78}" dt="2026-10-14T15:22:29.796" v="96" actId="14100"/>
          <ac:picMkLst>
            <pc:docMk/>
            <pc:sldMk cId="3528621445" sldId="259"/>
            <ac:picMk id="4" creationId="{47654044-763C-1F18-D9C7-BF8C1C350D60}"/>
          </ac:picMkLst>
        </pc:picChg>
      </pc:sldChg>
      <pc:sldChg chg="addSp modSp mod setBg">
        <pc:chgData name="G Meghana" userId="c6f4dd3e1fcba322" providerId="Windows Live" clId="Web-{86D758C9-0C5C-63B6-54D0-13D244DDEB78}" dt="2026-10-14T15:22:37.531" v="97"/>
        <pc:sldMkLst>
          <pc:docMk/>
          <pc:sldMk cId="3116494335" sldId="260"/>
        </pc:sldMkLst>
        <pc:spChg chg="mod">
          <ac:chgData name="G Meghana" userId="c6f4dd3e1fcba322" providerId="Windows Live" clId="Web-{86D758C9-0C5C-63B6-54D0-13D244DDEB78}" dt="2026-10-14T15:22:37.531" v="97"/>
          <ac:spMkLst>
            <pc:docMk/>
            <pc:sldMk cId="3116494335" sldId="260"/>
            <ac:spMk id="2" creationId="{2494D5D0-3FFB-CE85-7AC3-048C1FD791FB}"/>
          </ac:spMkLst>
        </pc:spChg>
        <pc:spChg chg="add">
          <ac:chgData name="G Meghana" userId="c6f4dd3e1fcba322" providerId="Windows Live" clId="Web-{86D758C9-0C5C-63B6-54D0-13D244DDEB78}" dt="2026-10-14T15:22:37.531" v="97"/>
          <ac:spMkLst>
            <pc:docMk/>
            <pc:sldMk cId="3116494335" sldId="260"/>
            <ac:spMk id="9" creationId="{D4771268-CB57-404A-9271-370EB28F6090}"/>
          </ac:spMkLst>
        </pc:spChg>
        <pc:picChg chg="mod">
          <ac:chgData name="G Meghana" userId="c6f4dd3e1fcba322" providerId="Windows Live" clId="Web-{86D758C9-0C5C-63B6-54D0-13D244DDEB78}" dt="2026-10-14T15:22:37.531" v="97"/>
          <ac:picMkLst>
            <pc:docMk/>
            <pc:sldMk cId="3116494335" sldId="260"/>
            <ac:picMk id="4" creationId="{12AA9127-2E7B-1FC7-0C78-673BD89A718F}"/>
          </ac:picMkLst>
        </pc:picChg>
      </pc:sldChg>
      <pc:sldChg chg="addSp modSp mod setBg">
        <pc:chgData name="G Meghana" userId="c6f4dd3e1fcba322" providerId="Windows Live" clId="Web-{86D758C9-0C5C-63B6-54D0-13D244DDEB78}" dt="2026-10-14T15:23:30.767" v="103" actId="14100"/>
        <pc:sldMkLst>
          <pc:docMk/>
          <pc:sldMk cId="2597345096" sldId="261"/>
        </pc:sldMkLst>
        <pc:spChg chg="mod">
          <ac:chgData name="G Meghana" userId="c6f4dd3e1fcba322" providerId="Windows Live" clId="Web-{86D758C9-0C5C-63B6-54D0-13D244DDEB78}" dt="2026-10-14T15:23:14.579" v="101" actId="14100"/>
          <ac:spMkLst>
            <pc:docMk/>
            <pc:sldMk cId="2597345096" sldId="261"/>
            <ac:spMk id="2" creationId="{8FB1D7D5-E9C8-34B6-49A7-5685D5FEF773}"/>
          </ac:spMkLst>
        </pc:spChg>
        <pc:spChg chg="add">
          <ac:chgData name="G Meghana" userId="c6f4dd3e1fcba322" providerId="Windows Live" clId="Web-{86D758C9-0C5C-63B6-54D0-13D244DDEB78}" dt="2026-10-14T15:22:55.844" v="98"/>
          <ac:spMkLst>
            <pc:docMk/>
            <pc:sldMk cId="2597345096" sldId="261"/>
            <ac:spMk id="9" creationId="{23D09407-53BC-485E-B4CE-BC5E4FC4B25B}"/>
          </ac:spMkLst>
        </pc:spChg>
        <pc:spChg chg="add">
          <ac:chgData name="G Meghana" userId="c6f4dd3e1fcba322" providerId="Windows Live" clId="Web-{86D758C9-0C5C-63B6-54D0-13D244DDEB78}" dt="2026-10-14T15:22:55.844" v="98"/>
          <ac:spMkLst>
            <pc:docMk/>
            <pc:sldMk cId="2597345096" sldId="261"/>
            <ac:spMk id="11" creationId="{921DB988-49FC-4608-B0A2-E2F3A4019041}"/>
          </ac:spMkLst>
        </pc:spChg>
        <pc:grpChg chg="add">
          <ac:chgData name="G Meghana" userId="c6f4dd3e1fcba322" providerId="Windows Live" clId="Web-{86D758C9-0C5C-63B6-54D0-13D244DDEB78}" dt="2026-10-14T15:22:55.844" v="98"/>
          <ac:grpSpMkLst>
            <pc:docMk/>
            <pc:sldMk cId="2597345096" sldId="261"/>
            <ac:grpSpMk id="13" creationId="{E9B930FD-8671-4C4C-ADCF-73AC1D0CD417}"/>
          </ac:grpSpMkLst>
        </pc:grpChg>
        <pc:grpChg chg="add">
          <ac:chgData name="G Meghana" userId="c6f4dd3e1fcba322" providerId="Windows Live" clId="Web-{86D758C9-0C5C-63B6-54D0-13D244DDEB78}" dt="2026-10-14T15:22:55.844" v="98"/>
          <ac:grpSpMkLst>
            <pc:docMk/>
            <pc:sldMk cId="2597345096" sldId="261"/>
            <ac:grpSpMk id="19" creationId="{383C2651-AE0C-4AE4-8725-E2F9414FE219}"/>
          </ac:grpSpMkLst>
        </pc:grpChg>
        <pc:picChg chg="mod">
          <ac:chgData name="G Meghana" userId="c6f4dd3e1fcba322" providerId="Windows Live" clId="Web-{86D758C9-0C5C-63B6-54D0-13D244DDEB78}" dt="2026-10-14T15:23:30.767" v="103" actId="14100"/>
          <ac:picMkLst>
            <pc:docMk/>
            <pc:sldMk cId="2597345096" sldId="261"/>
            <ac:picMk id="4" creationId="{176312A0-567A-B407-1A45-4718863FFEB5}"/>
          </ac:picMkLst>
        </pc:picChg>
      </pc:sldChg>
      <pc:sldChg chg="addSp modSp mod setBg">
        <pc:chgData name="G Meghana" userId="c6f4dd3e1fcba322" providerId="Windows Live" clId="Web-{86D758C9-0C5C-63B6-54D0-13D244DDEB78}" dt="2026-10-14T15:24:34.504" v="108" actId="14100"/>
        <pc:sldMkLst>
          <pc:docMk/>
          <pc:sldMk cId="2468929310" sldId="262"/>
        </pc:sldMkLst>
        <pc:spChg chg="mod">
          <ac:chgData name="G Meghana" userId="c6f4dd3e1fcba322" providerId="Windows Live" clId="Web-{86D758C9-0C5C-63B6-54D0-13D244DDEB78}" dt="2026-10-14T15:23:49.361" v="104"/>
          <ac:spMkLst>
            <pc:docMk/>
            <pc:sldMk cId="2468929310" sldId="262"/>
            <ac:spMk id="2" creationId="{A4C75553-EA51-8BD9-BBD4-04F4BEABA9CD}"/>
          </ac:spMkLst>
        </pc:spChg>
        <pc:spChg chg="add">
          <ac:chgData name="G Meghana" userId="c6f4dd3e1fcba322" providerId="Windows Live" clId="Web-{86D758C9-0C5C-63B6-54D0-13D244DDEB78}" dt="2026-10-14T15:23:49.361" v="104"/>
          <ac:spMkLst>
            <pc:docMk/>
            <pc:sldMk cId="2468929310" sldId="262"/>
            <ac:spMk id="9" creationId="{6753252F-4873-4F63-801D-CC719279A7D5}"/>
          </ac:spMkLst>
        </pc:spChg>
        <pc:spChg chg="add">
          <ac:chgData name="G Meghana" userId="c6f4dd3e1fcba322" providerId="Windows Live" clId="Web-{86D758C9-0C5C-63B6-54D0-13D244DDEB78}" dt="2026-10-14T15:23:49.361" v="104"/>
          <ac:spMkLst>
            <pc:docMk/>
            <pc:sldMk cId="2468929310" sldId="262"/>
            <ac:spMk id="11" creationId="{047C8CCB-F95D-4249-92DD-651249D3535A}"/>
          </ac:spMkLst>
        </pc:spChg>
        <pc:picChg chg="mod">
          <ac:chgData name="G Meghana" userId="c6f4dd3e1fcba322" providerId="Windows Live" clId="Web-{86D758C9-0C5C-63B6-54D0-13D244DDEB78}" dt="2026-10-14T15:24:34.504" v="108" actId="14100"/>
          <ac:picMkLst>
            <pc:docMk/>
            <pc:sldMk cId="2468929310" sldId="262"/>
            <ac:picMk id="4" creationId="{A4E85CE1-7DBE-2ED4-849B-59D7A31B2382}"/>
          </ac:picMkLst>
        </pc:picChg>
      </pc:sldChg>
      <pc:sldChg chg="del">
        <pc:chgData name="G Meghana" userId="c6f4dd3e1fcba322" providerId="Windows Live" clId="Web-{86D758C9-0C5C-63B6-54D0-13D244DDEB78}" dt="2026-10-14T15:23:57.424" v="105"/>
        <pc:sldMkLst>
          <pc:docMk/>
          <pc:sldMk cId="1158045223" sldId="263"/>
        </pc:sldMkLst>
      </pc:sldChg>
      <pc:sldChg chg="addSp modSp mod setBg">
        <pc:chgData name="G Meghana" userId="c6f4dd3e1fcba322" providerId="Windows Live" clId="Web-{86D758C9-0C5C-63B6-54D0-13D244DDEB78}" dt="2026-10-14T15:25:04.567" v="109"/>
        <pc:sldMkLst>
          <pc:docMk/>
          <pc:sldMk cId="2400865542" sldId="265"/>
        </pc:sldMkLst>
        <pc:spChg chg="mod">
          <ac:chgData name="G Meghana" userId="c6f4dd3e1fcba322" providerId="Windows Live" clId="Web-{86D758C9-0C5C-63B6-54D0-13D244DDEB78}" dt="2026-10-14T15:25:04.567" v="109"/>
          <ac:spMkLst>
            <pc:docMk/>
            <pc:sldMk cId="2400865542" sldId="265"/>
            <ac:spMk id="2" creationId="{6826D3EB-1122-9D3B-F43D-8F553DE98A43}"/>
          </ac:spMkLst>
        </pc:spChg>
        <pc:spChg chg="add">
          <ac:chgData name="G Meghana" userId="c6f4dd3e1fcba322" providerId="Windows Live" clId="Web-{86D758C9-0C5C-63B6-54D0-13D244DDEB78}" dt="2026-10-14T15:25:04.567" v="109"/>
          <ac:spMkLst>
            <pc:docMk/>
            <pc:sldMk cId="2400865542" sldId="265"/>
            <ac:spMk id="9" creationId="{6753252F-4873-4F63-801D-CC719279A7D5}"/>
          </ac:spMkLst>
        </pc:spChg>
        <pc:spChg chg="add">
          <ac:chgData name="G Meghana" userId="c6f4dd3e1fcba322" providerId="Windows Live" clId="Web-{86D758C9-0C5C-63B6-54D0-13D244DDEB78}" dt="2026-10-14T15:25:04.567" v="109"/>
          <ac:spMkLst>
            <pc:docMk/>
            <pc:sldMk cId="2400865542" sldId="265"/>
            <ac:spMk id="11" creationId="{047C8CCB-F95D-4249-92DD-651249D3535A}"/>
          </ac:spMkLst>
        </pc:spChg>
        <pc:picChg chg="mod">
          <ac:chgData name="G Meghana" userId="c6f4dd3e1fcba322" providerId="Windows Live" clId="Web-{86D758C9-0C5C-63B6-54D0-13D244DDEB78}" dt="2026-10-14T15:25:04.567" v="109"/>
          <ac:picMkLst>
            <pc:docMk/>
            <pc:sldMk cId="2400865542" sldId="265"/>
            <ac:picMk id="4" creationId="{9ABB5A11-2F82-D62B-BE96-C964EA930900}"/>
          </ac:picMkLst>
        </pc:picChg>
      </pc:sldChg>
      <pc:sldChg chg="addSp delSp modSp add replId">
        <pc:chgData name="G Meghana" userId="c6f4dd3e1fcba322" providerId="Windows Live" clId="Web-{86D758C9-0C5C-63B6-54D0-13D244DDEB78}" dt="2026-10-14T15:30:37.643" v="124"/>
        <pc:sldMkLst>
          <pc:docMk/>
          <pc:sldMk cId="1586540998" sldId="266"/>
        </pc:sldMkLst>
        <pc:spChg chg="del">
          <ac:chgData name="G Meghana" userId="c6f4dd3e1fcba322" providerId="Windows Live" clId="Web-{86D758C9-0C5C-63B6-54D0-13D244DDEB78}" dt="2026-10-14T15:25:47.600" v="111"/>
          <ac:spMkLst>
            <pc:docMk/>
            <pc:sldMk cId="1586540998" sldId="266"/>
            <ac:spMk id="2" creationId="{4495D42D-523F-338B-F9DE-F7A100443B3E}"/>
          </ac:spMkLst>
        </pc:spChg>
        <pc:spChg chg="add del mod">
          <ac:chgData name="G Meghana" userId="c6f4dd3e1fcba322" providerId="Windows Live" clId="Web-{86D758C9-0C5C-63B6-54D0-13D244DDEB78}" dt="2026-10-14T15:25:57.226" v="113"/>
          <ac:spMkLst>
            <pc:docMk/>
            <pc:sldMk cId="1586540998" sldId="266"/>
            <ac:spMk id="5" creationId="{75F17E97-64A0-5648-A7D6-632F354406F5}"/>
          </ac:spMkLst>
        </pc:spChg>
        <pc:spChg chg="add del mod">
          <ac:chgData name="G Meghana" userId="c6f4dd3e1fcba322" providerId="Windows Live" clId="Web-{86D758C9-0C5C-63B6-54D0-13D244DDEB78}" dt="2026-10-14T15:30:16.439" v="116"/>
          <ac:spMkLst>
            <pc:docMk/>
            <pc:sldMk cId="1586540998" sldId="266"/>
            <ac:spMk id="7" creationId="{B82DBFDB-6505-BF3A-161A-DACA4971C711}"/>
          </ac:spMkLst>
        </pc:spChg>
        <pc:spChg chg="del">
          <ac:chgData name="G Meghana" userId="c6f4dd3e1fcba322" providerId="Windows Live" clId="Web-{86D758C9-0C5C-63B6-54D0-13D244DDEB78}" dt="2026-10-14T15:30:37.643" v="124"/>
          <ac:spMkLst>
            <pc:docMk/>
            <pc:sldMk cId="1586540998" sldId="266"/>
            <ac:spMk id="9" creationId="{3F007CEA-9A18-6E57-F0D7-2EB2D67D152B}"/>
          </ac:spMkLst>
        </pc:spChg>
        <pc:spChg chg="add del mod">
          <ac:chgData name="G Meghana" userId="c6f4dd3e1fcba322" providerId="Windows Live" clId="Web-{86D758C9-0C5C-63B6-54D0-13D244DDEB78}" dt="2026-10-14T15:30:33.205" v="123"/>
          <ac:spMkLst>
            <pc:docMk/>
            <pc:sldMk cId="1586540998" sldId="266"/>
            <ac:spMk id="10" creationId="{4E77DB4C-52C7-FB5E-5B8C-E371CC5D6E06}"/>
          </ac:spMkLst>
        </pc:spChg>
        <pc:spChg chg="del">
          <ac:chgData name="G Meghana" userId="c6f4dd3e1fcba322" providerId="Windows Live" clId="Web-{86D758C9-0C5C-63B6-54D0-13D244DDEB78}" dt="2026-10-14T15:30:37.643" v="124"/>
          <ac:spMkLst>
            <pc:docMk/>
            <pc:sldMk cId="1586540998" sldId="266"/>
            <ac:spMk id="11" creationId="{886DD6E3-E4E4-D420-050F-3E4BCD2152B0}"/>
          </ac:spMkLst>
        </pc:spChg>
        <pc:spChg chg="add">
          <ac:chgData name="G Meghana" userId="c6f4dd3e1fcba322" providerId="Windows Live" clId="Web-{86D758C9-0C5C-63B6-54D0-13D244DDEB78}" dt="2026-10-14T15:30:37.643" v="124"/>
          <ac:spMkLst>
            <pc:docMk/>
            <pc:sldMk cId="1586540998" sldId="266"/>
            <ac:spMk id="16" creationId="{42A4FC2C-047E-45A5-965D-8E1E3BF09BC6}"/>
          </ac:spMkLst>
        </pc:spChg>
        <pc:picChg chg="del">
          <ac:chgData name="G Meghana" userId="c6f4dd3e1fcba322" providerId="Windows Live" clId="Web-{86D758C9-0C5C-63B6-54D0-13D244DDEB78}" dt="2026-10-14T15:25:49.788" v="112"/>
          <ac:picMkLst>
            <pc:docMk/>
            <pc:sldMk cId="1586540998" sldId="266"/>
            <ac:picMk id="4" creationId="{6F95C0BC-76CC-8FDD-9CD3-E1B9BA98D5A4}"/>
          </ac:picMkLst>
        </pc:picChg>
        <pc:picChg chg="add mod ord">
          <ac:chgData name="G Meghana" userId="c6f4dd3e1fcba322" providerId="Windows Live" clId="Web-{86D758C9-0C5C-63B6-54D0-13D244DDEB78}" dt="2026-10-14T15:30:37.643" v="124"/>
          <ac:picMkLst>
            <pc:docMk/>
            <pc:sldMk cId="1586540998" sldId="266"/>
            <ac:picMk id="8" creationId="{AD631E35-B9F6-F35B-C6C0-4B30B5FBFA3F}"/>
          </ac:picMkLst>
        </pc:picChg>
      </pc:sldChg>
    </pc:docChg>
  </pc:docChgLst>
  <pc:docChgLst>
    <pc:chgData name="G Meghana" userId="c6f4dd3e1fcba322" providerId="Windows Live" clId="Web-{F74D2DC5-D207-18EA-3460-C1728EBE61B6}"/>
    <pc:docChg chg="addSld delSld modSld">
      <pc:chgData name="G Meghana" userId="c6f4dd3e1fcba322" providerId="Windows Live" clId="Web-{F74D2DC5-D207-18EA-3460-C1728EBE61B6}" dt="2026-10-14T13:50:52.018" v="100"/>
      <pc:docMkLst>
        <pc:docMk/>
      </pc:docMkLst>
      <pc:sldChg chg="modSp">
        <pc:chgData name="G Meghana" userId="c6f4dd3e1fcba322" providerId="Windows Live" clId="Web-{F74D2DC5-D207-18EA-3460-C1728EBE61B6}" dt="2026-10-14T13:20:10.685" v="30" actId="14100"/>
        <pc:sldMkLst>
          <pc:docMk/>
          <pc:sldMk cId="2468929310" sldId="262"/>
        </pc:sldMkLst>
        <pc:picChg chg="mod">
          <ac:chgData name="G Meghana" userId="c6f4dd3e1fcba322" providerId="Windows Live" clId="Web-{F74D2DC5-D207-18EA-3460-C1728EBE61B6}" dt="2026-10-14T13:20:10.685" v="30" actId="14100"/>
          <ac:picMkLst>
            <pc:docMk/>
            <pc:sldMk cId="2468929310" sldId="262"/>
            <ac:picMk id="4" creationId="{A4E85CE1-7DBE-2ED4-849B-59D7A31B2382}"/>
          </ac:picMkLst>
        </pc:picChg>
      </pc:sldChg>
      <pc:sldChg chg="addSp delSp modSp">
        <pc:chgData name="G Meghana" userId="c6f4dd3e1fcba322" providerId="Windows Live" clId="Web-{F74D2DC5-D207-18EA-3460-C1728EBE61B6}" dt="2026-10-14T13:50:31.627" v="98" actId="20577"/>
        <pc:sldMkLst>
          <pc:docMk/>
          <pc:sldMk cId="1158045223" sldId="263"/>
        </pc:sldMkLst>
        <pc:spChg chg="del mod">
          <ac:chgData name="G Meghana" userId="c6f4dd3e1fcba322" providerId="Windows Live" clId="Web-{F74D2DC5-D207-18EA-3460-C1728EBE61B6}" dt="2026-10-14T13:33:57.561" v="32"/>
          <ac:spMkLst>
            <pc:docMk/>
            <pc:sldMk cId="1158045223" sldId="263"/>
            <ac:spMk id="2" creationId="{9956AAD7-8823-2DB8-28AE-BDD3071E18AC}"/>
          </ac:spMkLst>
        </pc:spChg>
        <pc:spChg chg="del">
          <ac:chgData name="G Meghana" userId="c6f4dd3e1fcba322" providerId="Windows Live" clId="Web-{F74D2DC5-D207-18EA-3460-C1728EBE61B6}" dt="2026-10-14T13:33:57.545" v="31"/>
          <ac:spMkLst>
            <pc:docMk/>
            <pc:sldMk cId="1158045223" sldId="263"/>
            <ac:spMk id="3" creationId="{707BEB40-1E4E-D429-4F42-A9BA532942F1}"/>
          </ac:spMkLst>
        </pc:spChg>
        <pc:spChg chg="add mod">
          <ac:chgData name="G Meghana" userId="c6f4dd3e1fcba322" providerId="Windows Live" clId="Web-{F74D2DC5-D207-18EA-3460-C1728EBE61B6}" dt="2026-10-14T13:50:31.627" v="98" actId="20577"/>
          <ac:spMkLst>
            <pc:docMk/>
            <pc:sldMk cId="1158045223" sldId="263"/>
            <ac:spMk id="5" creationId="{2F990E45-13AE-4DEF-BE22-50011DE5EF1F}"/>
          </ac:spMkLst>
        </pc:spChg>
      </pc:sldChg>
      <pc:sldChg chg="addSp delSp modSp new">
        <pc:chgData name="G Meghana" userId="c6f4dd3e1fcba322" providerId="Windows Live" clId="Web-{F74D2DC5-D207-18EA-3460-C1728EBE61B6}" dt="2026-10-14T13:16:45.118" v="25" actId="14100"/>
        <pc:sldMkLst>
          <pc:docMk/>
          <pc:sldMk cId="2400865542" sldId="265"/>
        </pc:sldMkLst>
        <pc:spChg chg="mod">
          <ac:chgData name="G Meghana" userId="c6f4dd3e1fcba322" providerId="Windows Live" clId="Web-{F74D2DC5-D207-18EA-3460-C1728EBE61B6}" dt="2026-10-14T13:16:08.633" v="18" actId="20577"/>
          <ac:spMkLst>
            <pc:docMk/>
            <pc:sldMk cId="2400865542" sldId="265"/>
            <ac:spMk id="2" creationId="{6826D3EB-1122-9D3B-F43D-8F553DE98A43}"/>
          </ac:spMkLst>
        </pc:spChg>
        <pc:spChg chg="del">
          <ac:chgData name="G Meghana" userId="c6f4dd3e1fcba322" providerId="Windows Live" clId="Web-{F74D2DC5-D207-18EA-3460-C1728EBE61B6}" dt="2026-10-14T13:16:19.946" v="19"/>
          <ac:spMkLst>
            <pc:docMk/>
            <pc:sldMk cId="2400865542" sldId="265"/>
            <ac:spMk id="3" creationId="{C6E12CE8-E2D4-8BC7-2C60-656DEAFCF943}"/>
          </ac:spMkLst>
        </pc:spChg>
        <pc:picChg chg="add mod ord">
          <ac:chgData name="G Meghana" userId="c6f4dd3e1fcba322" providerId="Windows Live" clId="Web-{F74D2DC5-D207-18EA-3460-C1728EBE61B6}" dt="2026-10-14T13:16:45.118" v="25" actId="14100"/>
          <ac:picMkLst>
            <pc:docMk/>
            <pc:sldMk cId="2400865542" sldId="265"/>
            <ac:picMk id="4" creationId="{9ABB5A11-2F82-D62B-BE96-C964EA930900}"/>
          </ac:picMkLst>
        </pc:picChg>
      </pc:sldChg>
      <pc:sldChg chg="add del replId">
        <pc:chgData name="G Meghana" userId="c6f4dd3e1fcba322" providerId="Windows Live" clId="Web-{F74D2DC5-D207-18EA-3460-C1728EBE61B6}" dt="2026-10-14T13:50:52.018" v="100"/>
        <pc:sldMkLst>
          <pc:docMk/>
          <pc:sldMk cId="34480337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to.wuestenigel.com/plans-text-on-yellow-cubes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4777739"/>
            <a:ext cx="3418990" cy="14121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/>
              <a:t>PRESENTED BY: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D2123D-B80F-62C1-71A1-36364FACA6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5" b="32466"/>
          <a:stretch>
            <a:fillRect/>
          </a:stretch>
        </p:blipFill>
        <p:spPr>
          <a:xfrm>
            <a:off x="20" y="10"/>
            <a:ext cx="12191980" cy="4527105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3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54294" y="4777739"/>
            <a:ext cx="6897626" cy="1399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500"/>
              <a:t>Harini – 2620030050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500"/>
              <a:t>Meghana – 2620030053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500"/>
              <a:t>Shashank – 2620030057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500"/>
              <a:t>Charan – 2620030058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50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8EF9128-070C-2CB0-D1F7-B47E2FFF9924}"/>
              </a:ext>
            </a:extLst>
          </p:cNvPr>
          <p:cNvSpPr>
            <a:spLocks noGrp="1"/>
          </p:cNvSpPr>
          <p:nvPr/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BA18A-ED6F-E8C0-0B0D-429D68DA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EDFA940-86B5-ADE7-6DD5-23D596106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20764"/>
            <a:ext cx="6780700" cy="38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9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AEE0A-E0D7-9D28-7412-3E346A297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Half Adder: Design And Implementation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D2BF6E-208B-4FD5-52B2-9F6202633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28" y="1406287"/>
            <a:ext cx="11801202" cy="52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15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B5A14-56A6-B31A-62C7-4ED4AB32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4551036"/>
            <a:ext cx="4284420" cy="168714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LOGISIM IMPLEMENTATION OF HALF ADDER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654044-763C-1F18-D9C7-BF8C1C350D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1" b="-1"/>
          <a:stretch>
            <a:fillRect/>
          </a:stretch>
        </p:blipFill>
        <p:spPr>
          <a:xfrm>
            <a:off x="1155556" y="133498"/>
            <a:ext cx="11167235" cy="446457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4650" y="4544112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2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4D5D0-3FFB-CE85-7AC3-048C1FD79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FULL ADDER:DESIGN AND IMPLEMENTATION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AA9127-2E7B-1FC7-0C78-673BD89A7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537716"/>
            <a:ext cx="6780700" cy="378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94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1D7D5-E9C8-34B6-49A7-5685D5FE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5103062"/>
            <a:ext cx="10640754" cy="11232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LOGISIM IMPLEMENTATION OF FULL ADDER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6312A0-567A-B407-1A45-4718863FF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534" y="633995"/>
            <a:ext cx="9671508" cy="447262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7345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45C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75553-EA51-8BD9-BBD4-04F4BEAB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 OF A 4-BIT ARITHMETIC UNIT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E85CE1-7DBE-2ED4-849B-59D7A31B2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0365" y="333481"/>
            <a:ext cx="8151904" cy="616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29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F9D5E-2545-C4EA-40EC-02D74C46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LOGISIM IMPLEMENTATION OF 4 – BIT ARITHMETIC UNIT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F5DF6A-C447-B8ED-D7B1-7236CC25F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5647" y="467208"/>
            <a:ext cx="5139309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04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24D7-BBA2-12A5-8747-9587A180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WORKING AND APPLICATIONS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85488D-903D-6C7A-FC0C-046C8B322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989" y="1384747"/>
            <a:ext cx="10981147" cy="523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40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A45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6D3EB-1122-9D3B-F43D-8F553DE9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  KEY  TAKEAWAYS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BB5A11-2F82-D62B-BE96-C964EA930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28244"/>
            <a:ext cx="7188199" cy="47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6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30320-FD68-B12D-6718-263A1EB4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631E35-B9F6-F35B-C6C0-4B30B5FBF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4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PRESENTED BY:</vt:lpstr>
      <vt:lpstr>INTRODUCTION </vt:lpstr>
      <vt:lpstr>Half Adder: Design And Implementation</vt:lpstr>
      <vt:lpstr>LOGISIM IMPLEMENTATION OF HALF ADDER</vt:lpstr>
      <vt:lpstr>FULL ADDER:DESIGN AND IMPLEMENTATION</vt:lpstr>
      <vt:lpstr>LOGISIM IMPLEMENTATION OF FULL ADDER</vt:lpstr>
      <vt:lpstr>DESIGN OF A 4-BIT ARITHMETIC UNIT</vt:lpstr>
      <vt:lpstr>LOGISIM IMPLEMENTATION OF 4 – BIT ARITHMETIC UNIT</vt:lpstr>
      <vt:lpstr>WORKING AND APPLICATIONS</vt:lpstr>
      <vt:lpstr>4  KEY 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156</cp:revision>
  <dcterms:created xsi:type="dcterms:W3CDTF">2013-07-15T20:26:40Z</dcterms:created>
  <dcterms:modified xsi:type="dcterms:W3CDTF">2026-10-14T16:56:34Z</dcterms:modified>
</cp:coreProperties>
</file>